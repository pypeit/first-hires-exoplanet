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B0B0B"/>
                </a:solidFill>
              </a:rPr>
              <a:t>Re-detecting HD 187123 b from the 1998 Keck/HIRES 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52514E"/>
                </a:solidFill>
              </a:rPr>
              <a:t>A modern, open reduction of the first planet Keck found: PypeIt + an iodine forward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</a:rPr>
              <a:t>J. Xavier Prochaska and Claude  ·  technical summary of phases 1–3  ·  30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Planet recovered: K = 72.4 ± 7.1 m/s, 10.2σ, against 72 m/s published (Butler et al. 1998) and 69.2 m/s in the modern catalogue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Period found blind: 3.0954 d (true 3.0966 d); false-alarm probability 2 × 10⁻¹¹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Per-epoch precision 25.8 m/s about the orbit, over 31 cell-in epochs on 19 nights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28× better than lamp-calibrated velocities (phase 2); ~9× short of Butler’s 3 m/s; ~12× short of the modern pipeline on the same photons (2.2 m/s)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All open: PypeIt (keck_hires_orig, fixed) + a tested fork of pyodine; no code, velocities or calibration from the discovery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Success criterion (50 m/s per epoch, a convincing independent detection): met.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Three phases, one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3</a:t>
            </a:r>
          </a:p>
        </p:txBody>
      </p:sp>
      <p:pic>
        <p:nvPicPr>
          <p:cNvPr id="6" name="Picture 5" descr="fig_slide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3619"/>
            <a:ext cx="11274552" cy="376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Phase 2 measured why lamps fail; phase 3 replaced the lamp with the iodine cell.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BAF7A"/>
                </a:solidFill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0B0B"/>
                </a:solidFill>
              </a:rPr>
              <a:t>PypeIt on the pre-2004 HIRES CCD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</a:rPr>
              <a:t>Can a modern open pipeline reduce the original Tektronix-detector frames at all?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Six source fixes, three parameters, one calibration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1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effect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get_rawimage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prepix × 2 → prepix × namp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single-amp frames read 21 columns off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bad-pixel 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MAKEE column C → C − PREPIX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mask landed ~20 px from the defects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binning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'1,2' read as '2,1'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platescale 0.216 instead of 0.432″/px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check_spectrograph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PypeItError built, never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wrong spectrograph accepted silently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exprng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[601, None] → [1, None] (Orig only)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bright-star science frames were excluded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find_trim_edge / 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1,1; skip_skysub; no_local_sky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a V = 7.9 star fills the 3.5″ slit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flats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borrow 1998-07-14 (then 08-12) B1 flats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only clean hatch-closed B1 flats in the run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Fixes on PypeIt branch orig-hires-fixes (017bece06); verify_orig_fixes.py reproduces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37 orders traced; every order wavelength-solved below 0.2 px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1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6</a:t>
            </a:r>
          </a:p>
        </p:txBody>
      </p:sp>
      <p:pic>
        <p:nvPicPr>
          <p:cNvPr id="6" name="Picture 5" descr="fig_p1_wave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4066"/>
            <a:ext cx="11274552" cy="40241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July 1998: 10 of 10 frames, 37 orders each, wavecal RMS medians 0.115–0.127 px.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traced orders and the flat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1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7</a:t>
            </a:r>
          </a:p>
        </p:txBody>
      </p:sp>
      <p:pic>
        <p:nvPicPr>
          <p:cNvPr id="6" name="Picture 5" descr="fig_p1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9007"/>
            <a:ext cx="11274552" cy="40142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The inherited find_trim_edge = 3,3 would mask 6 of ~10 spatial pixels per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8A8A86"/>
                </a:solidFill>
              </a:rP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0B0B"/>
                </a:solidFill>
              </a:rPr>
              <a:t>Twenty nights, and velocities from a lamp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</a:rPr>
              <a:t>Extend the reduction to the whole discovery era; measure relative velocities by cross-correlation; build the inputs phase 3 needs.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What phase 2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2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20 nights, 36 science frames, 37 orders each (09-13: 34); nightly wavecal RMS 0.108–0.146 px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Quality filter: 1329 order-spectra, 11.3% rejected (data/order_quality.csv)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Template: three 1998-08-26 cell-out exposures co-added (S/N ~790 per pixel against the true noise)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Iodine atlas: Fischer May 2022 FTS; line positions match the HIRES cell (r = 0.928), depths do not: α = 2.59 Beer–Lambert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Adapter utilities_hires/: observed frame, VEL_CORR divided out, JD(UTC) mid-exposure, BVC in m/s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refframe_audit.py: PypeIt’s heliocentric correction has a solar-term sign error (+9 to +14 m/s, drifting 5.2 m/s) and omits relativistic terms (−4.6 m/s)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Two core/wave.py bugs affect every PypeIt user who takes the default refframe.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atlas: positions transfer, depths need α ≈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2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10</a:t>
            </a:r>
          </a:p>
        </p:txBody>
      </p:sp>
      <p:pic>
        <p:nvPicPr>
          <p:cNvPr id="6" name="Picture 5" descr="fig_p2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523" y="1143000"/>
            <a:ext cx="8383905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Beer–Lambert, not pyodine’s linear scaling (which goes negative at α = 2.6).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Cross-correlation velocities: the planet is not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2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11</a:t>
            </a:r>
          </a:p>
        </p:txBody>
      </p:sp>
      <p:pic>
        <p:nvPicPr>
          <p:cNvPr id="6" name="Picture 5" descr="fig_p2_phase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0991"/>
            <a:ext cx="11274552" cy="4450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36 epochs, rms 702 m/s; K = 408 ± 188 m/s — not a detection.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Why the lamp fails: the diagnosis phase 3 was built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2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Orders within one exposure agree to 47 m/s; exposures disagree by ~700 m/s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→ the limit is the wavelength zero point, common to every order of an exposure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1998-07-19 (borrowed arc) sits +1.5 to +2.4 km/s off; 08-25 drifts 1.6 km/s in 6.7 h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Exactly what an iodine cell fixes: the ruler rides on the same photons, same optics, same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47 vs 702 m/s: the case for phase 3, measured rather than asserted.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</a:rP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0B0B"/>
                </a:solidFill>
              </a:rPr>
              <a:t>The iodine forward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</a:rPr>
              <a:t>Fork pyodine, adapt it to HIRES, fit every cell-in epoch, and assess against the published Keplerian exactly as phase 2 did.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pyodine fork: six changes, each with a test that fails without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206240"/>
                <a:gridCol w="630936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NumPy 2: np.float, np.NaN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upstream does not run on a modern NumPy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Beer–Lambert iodine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linear scaling: 5.8% negative transmission at α = 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atlases record their wavelength frame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air grid vs PypeIt vacuum = 83 km/s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bary_date / bary_vel_corr units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full JD(UTC) and m/s, not reduced BJD and km/s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compute_weight('ivar')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weight by PypeIt’s propagated inverse variance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chunks record their template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order subsets silently fitted the wrong 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pyodine 4488b09 + changes 0–5; vendor/README.md; 59 tests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Template deconvolution: pyodine’s spline breaks it at HIRES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15</a:t>
            </a:r>
          </a:p>
        </p:txBody>
      </p:sp>
      <p:pic>
        <p:nvPicPr>
          <p:cNvPr id="6" name="Picture 5" descr="fig_p3_de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1143000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misc.rebin overshoots 2.2-px lines by 6–18σ; oversampling 1 re-convolves at χ²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One epoch end to end: right velocity, wrong iodine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16</a:t>
            </a:r>
          </a:p>
        </p:txBody>
      </p:sp>
      <p:pic>
        <p:nvPicPr>
          <p:cNvPr id="6" name="Picture 5" descr="fig_p5_one_epo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4647" y="1143000"/>
            <a:ext cx="8099658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Epoch within 12–18 m/s of prediction; χ²ν ≈ 23 and the misfit tracks iodine contrast (ρ ≈ +0.7).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instrumental profile is not 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17</a:t>
            </a:r>
          </a:p>
        </p:txBody>
      </p:sp>
      <p:pic>
        <p:nvPicPr>
          <p:cNvPr id="6" name="Picture 5" descr="fig_p6_lsf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8118"/>
            <a:ext cx="11274552" cy="33160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Four LSF models tie to ±5%; super-Gaussian chosen. The document had predicted the opposite.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B stars through the cell: the atlas’s line pattern is the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18</a:t>
            </a:r>
          </a:p>
        </p:txBody>
      </p:sp>
      <p:pic>
        <p:nvPicPr>
          <p:cNvPr id="6" name="Picture 5" descr="fig_p6b_bst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4647" y="1143000"/>
            <a:ext cx="8099658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HIRES cell α ≈ 3.33; fixing per-chunk α buys nothing (−7 [−26, +7] m/s).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All 31 epochs: the misfit is common to every epoch, and cancels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19</a:t>
            </a:r>
          </a:p>
        </p:txBody>
      </p:sp>
      <p:pic>
        <p:nvPicPr>
          <p:cNvPr id="6" name="Picture 5" descr="fig_p7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322" y="1143000"/>
            <a:ext cx="6670307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Chunk offsets (201 m/s spread) removed by pyodine’s combination: 290 → 230 m/s per chunk; ~19 m/s per epoch.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The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20</a:t>
            </a:r>
          </a:p>
        </p:txBody>
      </p:sp>
      <p:pic>
        <p:nvPicPr>
          <p:cNvPr id="6" name="Picture 5" descr="fig_ph3_phase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903" y="1143000"/>
            <a:ext cx="7971146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K = 72.4 ± 7.1 m/s (10.2σ), phase-2 method; residual 25.8 m/s, χ²/dof 1.05.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Epoch by epoch against the modern catalogue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21</a:t>
            </a:r>
          </a:p>
        </p:txBody>
      </p:sp>
      <p:pic>
        <p:nvPicPr>
          <p:cNvPr id="6" name="Picture 5" descr="fig_ph3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047" y="1143000"/>
            <a:ext cx="4582858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r = +0.89 (phase 2: +0.38); difference 25.5 m/s rms at χ²/dof 1.03 — the errors are honest.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What the residuals contain, and the blind period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22</a:t>
            </a:r>
          </a:p>
        </p:txBody>
      </p:sp>
      <p:pic>
        <p:nvPicPr>
          <p:cNvPr id="6" name="Picture 5" descr="fig_ph3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51" y="1143000"/>
            <a:ext cx="663605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No ThAr zero-point, misfit or order-count dependence; residual periodogram flat (FAP 0.62).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Every named calibration defect is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23</a:t>
            </a:r>
          </a:p>
        </p:txBody>
      </p:sp>
      <p:pic>
        <p:nvPicPr>
          <p:cNvPr id="6" name="Picture 5" descr="fig_p9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602" y="1143000"/>
            <a:ext cx="6259748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Borrowed arcs, intra-night drift (−240 → +1 ± 3 m/s/h), no-pixel-flat night, 09-13’s bad arc.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What is left: re-combining without the weakest data (prompt 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28016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residual rms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K (m/s)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prompt 7, everything (the result)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25.8 m/s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72.4 ± 7.1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telluric-crossed chunks 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24.2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73.0 ± 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without the 6 epochs with ≤ 8 orders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18.2 m/s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70.8 ± 5.6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without the weak-iodine orders 58–61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17.2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72.4 ± 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both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11.5 m/s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71.8 ± 3.5</a:t>
                      </a:r>
                    </a:p>
                  </a:txBody>
                  <a:tcPr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K is stable (69.5–73.8) under every variant. The 11.5 m/s variant was chosen after seeing residuals: reported, not claimed.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Where we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Phase 3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25</a:t>
            </a:r>
          </a:p>
        </p:txBody>
      </p:sp>
      <p:pic>
        <p:nvPicPr>
          <p:cNvPr id="6" name="Picture 5" descr="fig8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03946"/>
            <a:ext cx="11274552" cy="44043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Photon budget 1.4 m/s; achieved 26 m/s. The gap is modelling, not photons.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Why 26 m/s and not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Summary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The atlas is a different cell: per-chunk misfit χ²ν ≈ 20; the fixed part cancels, the rest does not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Weak iodine in the red orders (58–61): errors coherent over whole orders; chunk weights cannot see it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Six epochs with 2–8 usable orders (extraction quality at the ends of nights)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A four-parameter super-Gaussian IP per chunk, against a decade-refined multi-Gaussian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Tellurics unmodelled (small: 25.8 → 24.2 m/s); a marginal seasonal term (+0.75 ± 0.45 m/s per km/s)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</a:rPr>
              <a:t>Largest single gain available: the HIRES cell’s own FTS spectrum, if it exists.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Upstream, and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Summary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PypeIt (to Ryan Cooke; email + GitHub issues + PR): 15 items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</a:rPr>
              <a:t>– keck_hires_orig bugs (fixed on branch); run_pypeit exit 0 with no output; -o appends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</a:rPr>
              <a:t>– core/wave.py sign error and missing relativistic terms (still in develop)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</a:rPr>
              <a:t>– ivar mis-scaled (2.35× OPT, 1.61× BOX); OPT_WAVE = 0 at masked pixels; biased boxcar at partial apertures; orders dropped silently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pyodine (GitHub issues): 6 fork changes + 15 worked-around items (index/order traps, inverted Chauvenet, √χ² naming, jansson adjoint, spline, swallowed exceptions, …)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Next: a HIRES-cell spectrum (FTS scan or empirical from B stars); order-level weighting; the PypeIt noise model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Summary   ·   HD 187123 b from the 1998 HIRES frames —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Every number from a script on disk; every table in first_hires_exoplanet/data/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PypeIt 2.0.2.dev1217+g017bece06 (orig-hires-fixes); pyodine 4488b09 + fork changes 0–5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Reduction: reduce_run.py; template: build_template.py, deconvolve_template.py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Velocities: fit_all_epochs.py; assessment: figs_phase3.py; diagnosis: diagnose_phase3.py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Reports and logs: claude_prompts/data_phase{1,2,3}_prompt.md; public write-up: docs/public_HD187123b.md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</a:rPr>
              <a:t>• This deck: make_slides.py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